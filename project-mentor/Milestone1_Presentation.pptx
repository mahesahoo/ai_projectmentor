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FFFFFF"/>
                </a:solidFill>
                <a:latin typeface="Space Grotesk"/>
              </a:defRPr>
            </a:pPr>
            <a:r>
              <a:t>AI Academic Project Mentor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>
                <a:solidFill>
                  <a:srgbClr val="9B99A0"/>
                </a:solidFill>
                <a:latin typeface="Inter"/>
              </a:defRPr>
            </a:pPr>
            <a:r>
              <a:t>Milestone 1: Platform Foundation &amp; Student Onboarding</a:t>
            </a:r>
          </a:p>
          <a:p>
            <a:pPr>
              <a:defRPr sz="1800">
                <a:solidFill>
                  <a:srgbClr val="9B99A0"/>
                </a:solidFill>
                <a:latin typeface="Inter"/>
              </a:defRPr>
            </a:pPr>
            <a:r>
              <a:t>Presented by: Manisha</a:t>
            </a:r>
          </a:p>
          <a:p>
            <a:pPr>
              <a:defRPr sz="1800">
                <a:solidFill>
                  <a:srgbClr val="9B99A0"/>
                </a:solidFill>
                <a:latin typeface="Inter"/>
              </a:defRPr>
            </a:pPr>
            <a:r>
              <a:t>Stack: FastAPI + SQLAlchemy + SQLite/Postgres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5B4FE0"/>
                </a:solidFill>
                <a:latin typeface="Space Grotesk"/>
              </a:defRPr>
            </a:pPr>
            <a:r>
              <a:t>Project Overview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The Problem: Students struggle with project scoping, technology stack selection, milestone planning, and risk management due to limited supervisor bandwidth.</a:t>
            </a:r>
          </a:p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The Objective: Develop an AI Academic Project Mentor that guides students through the complete project lifecycle via an automated multi-agent pipeline.</a:t>
            </a:r>
          </a:p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Our Methodology: Convert a 2-3 line rough idea into a comprehensive project blueprint automatically without additional prompt input.</a:t>
            </a:r>
          </a:p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Milestone 1 Goal: Build a secure, database-driven student onboarding portal and submission API to serve as the platform foundation.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5B4FE0"/>
                </a:solidFill>
                <a:latin typeface="Space Grotesk"/>
              </a:defRPr>
            </a:pPr>
            <a:r>
              <a:t>Milestone 1 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Task 1 (AI agent study): Researched agent communication, prompts coordination, and multi-agent workflows.</a:t>
            </a:r>
          </a:p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Task 2 (Architecture Design): Designed architecture diagrams, database ER diagrams, and agent pipeline execution flowcharts.</a:t>
            </a:r>
          </a:p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Task 3 (Student Onboarding): Built account creation, password hashing, stateless JWT session login, and technical skill assessments.</a:t>
            </a:r>
          </a:p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Task 4 (Project Idea Submission): Developed the submission interface connected to an asynchronous backend trigger hook.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5B4FE0"/>
                </a:solidFill>
                <a:latin typeface="Space Grotesk"/>
              </a:defRPr>
            </a:pPr>
            <a:r>
              <a:t>System Architecture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Client Layer: Single Page Application (SPA) built using responsive vanilla HTML/CSS and Javascript (api.js).</a:t>
            </a:r>
          </a:p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API Service Layer: FastAPI backend managing authorization endpoints, student profiles, and idea submissions.</a:t>
            </a:r>
          </a:p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Database Layer: SQLAlchemy ORM connected to SQLite (default) and prepared for PostgreSQL migration via environment variables.</a:t>
            </a:r>
          </a:p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Execution Layer: Background tasks triggered asynchronously on idea submission to run the agent pipelines.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5B4FE0"/>
                </a:solidFill>
                <a:latin typeface="Space Grotesk"/>
              </a:defRPr>
            </a:pPr>
            <a:r>
              <a:t>Multi-Agent Pipeline Design (Milestone 2 &amp; 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Feasibility Analysis Agent: Screener assessing academic validity and Year/Branch alignment.</a:t>
            </a:r>
          </a:p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Scope &amp; Tech Stack Agent: Defines scope boundaries and suggests modern languages, libraries, and frameworks.</a:t>
            </a:r>
          </a:p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Milestone Planning Agent: Formulates a structured week-by-week execution plan over an 8-week timeline.</a:t>
            </a:r>
          </a:p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Risk Assessment Agent: Evaluates blockers (integration, learning curves) and outputs mitigation strategies.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5B4FE0"/>
                </a:solidFill>
                <a:latin typeface="Space Grotesk"/>
              </a:defRPr>
            </a:pPr>
            <a:r>
              <a:t>Database Schema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Students Table: Stores unique emails, hashed passwords (PBKDF2-SHA256), branch, academic year, and timestamp.</a:t>
            </a:r>
          </a:p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Skill Assessments Table: Stores student tech stack entries and corresponding proficiency ratings (Beginner, Intermediate, Advanced).</a:t>
            </a:r>
          </a:p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Project Ideas Table: Saves submitted proposals, defaulting status to 'submitted' as the hook for downstream analysis.</a:t>
            </a:r>
          </a:p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Design Quality: Enforces foreign key constraints and cascaded deletions to maintain data integrity.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5B4FE0"/>
                </a:solidFill>
                <a:latin typeface="Space Grotesk"/>
              </a:defRPr>
            </a:pPr>
            <a:r>
              <a:t>Student Onboarding &amp;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State-of-the-Art Security: User passwords are encrypted using one-way pbkdf2_sha256 hashing to ensure database privacy.</a:t>
            </a:r>
          </a:p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JWT Session Authorization: Authenticated APIs use stateless JSON Web Tokens with a 24-hour expiration lifespan.</a:t>
            </a:r>
          </a:p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Skill Assessment Questionnaire: Students self-assess proficiency (Beginner / Intermediate / Advanced) per technology stack.</a:t>
            </a:r>
          </a:p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Reactive Progress Meter: Tracks onboarding completeness on the user profile dynamically.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5B4FE0"/>
                </a:solidFill>
                <a:latin typeface="Space Grotesk"/>
              </a:defRPr>
            </a:pPr>
            <a:r>
              <a:t>Idea Submission &amp; Asynchronous Trigger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Submission Interface: Simple form where students enter project titles and 2-3 line descriptions.</a:t>
            </a:r>
          </a:p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FastAPI Background Task Hook: Automatically registers the background process on submission, keeping HTTP response times minimal.</a:t>
            </a:r>
          </a:p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Pipeline Activation: Console logging demonstrates automatic pipeline activation, printing: '[Trigger Mechanism] Automatically triggering multi-agent pipeline for ProjectIdea...'</a:t>
            </a:r>
          </a:p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Status Hook: Saves idea with status='submitted' as the hook for Milestone 2 agent analysis.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5B4FE0"/>
                </a:solidFill>
                <a:latin typeface="Space Grotesk"/>
              </a:defRPr>
            </a:pPr>
            <a:r>
              <a:t>Key Refactoring: DRY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Redundancy Cleanup: Removed 5 duplicate, identical copies of the HTML frontend files (login.html, profile.html, etc.).</a:t>
            </a:r>
          </a:p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Dynamic FastAPI Page Routing: Configured the backend router to serve index.html directly for all page URLs.</a:t>
            </a:r>
          </a:p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DRY Benefits: Reduced codebase footprint, eliminated duplicated page template bugs, and simplified future design iterations.</a:t>
            </a:r>
          </a:p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Clean Separations: Strict decoupling of schemas (Pydantic), db tables (SQLAlchemy), auth utilities, and routes.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5B4FE0"/>
                </a:solidFill>
                <a:latin typeface="Space Grotesk"/>
              </a:defRPr>
            </a:pPr>
            <a:r>
              <a:t>Integration Verification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Programmatic Testing: Ran end-to-end integration tests using Python's urllib against a temporary test database.</a:t>
            </a:r>
          </a:p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Test Coverage: Validated registration, duplicates rejection, login, profile updates, skill rater, ideas, and SPA page route resolution.</a:t>
            </a:r>
          </a:p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Test Outcome: 100% Success across all verification tests.</a:t>
            </a:r>
          </a:p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Milestone 2 Road Map: Ready to connect the background task trigger hook to langchain/LLM agent nodes.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
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Space Grotesk"/>
              </a:defRPr>
            </a:pPr>
            <a:r>
              <a:t>AI Academic Project Mentor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Milestone 3: Conversational Mentor &amp; Adaptive Planning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Presented by: Manisha</a:t>
            </a:r>
          </a:p>
          <a:p>
            <a:pPr>
              <a:defRPr sz="1800">
                <a:solidFill>
                  <a:srgbClr val="9B99A0"/>
                </a:solidFill>
                <a:latin typeface="Inter"/>
              </a:defRPr>
            </a:pPr>
            <a:r>
              <a:t>Stack: FastAPI + SQLAlchemy + Google Gemini (google-genai)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Milestone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Goal: Extend the finished blueprint pipeline into an ongoing mentoring relationship, not a one-shot analysis.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The Approach: Add a 5th pipeline agent (Risk), plus three standalone modules - chat, progress tracking + replan, and documentation - that all read the finished blueprint as shared context.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Design Principle: Every new feature is gated on idea.status == "analyzed" - they extend Milestone 2's output, they don't run ahead of it.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Milestone 3 Goal: Wire all four features end-to-end, directly into the main website, and validate the complete student lifecycle against the real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Milestone 3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1 (Risk Assessment &amp; Mitigation Agent): The pipeline's 5th and final stage - flags concrete, project-specific risks with likelihood and mitigation.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2 (Conversational Mentor): Multi-turn chat grounded in the finished blueprint, with genuine conversation memory.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3 (Progress Tracking + Replan): Students log progress; an explicit replan action re-runs Timeline and Risk with that history as context.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Task 4 (Documentation Generation): On-demand synopsis, methodology, and progress-report generation as persisted Markdown.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Risk Assessment Agent - the Pipeline's 5th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Extends the Chain: Runs after Timeline, using the full scope, tech stack, and timeline as input - same structured-output pattern as the other four agents.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Concrete, Not Generic: Every risk names a specific week or task from the actual plan, not boilerplate like "scope creep."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Likelihood + Mitigation: Each risk is rated low, medium, or high, paired with one concrete, actionable step - not vague advice.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Status Extension: idea.status gained a new analyzing_risk stage between analyzing_timeline and analyzed.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Conversational Mentor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Grounded in the Blueprint: The system prompt instructs the model to reference the actual scope, stack, timeline, or risks by name - not generic advice.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Real Conversation Memory: Uses Gemini's native multi-turn Content/Part chat format, not a flattened string - verified the mentor correctly recalled a prior question.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Synchronous by Design: Replies happen inline in the request, unlike the pipeline's background-task pattern - a chat message expects an immediate answer.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Gated on Completion: Returns 409 until the pipeline reaches analyzed - there's nothing to ground a conversation in before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Progress Tracking &amp; Replan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Two Separate Actions: Logging progress is a free database write; replanning is a separate, explicit, costly action - avoids burning API calls on every log entry.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Full Replan, Not a Patch: The Replan Agent returns the entire revised timeline, marking finished weeks done and rescheduling what fell behind.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Risk Re-Assessment Included: Replan re-runs the Risk Agent too, using the progress notes as context, so risks reflect what actually happened.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Audit Trail Preserved: New TimelinePlan and RiskAssessment rows are added, not overwritten - older plans stay in the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Documentation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Three Document Types: Synopsis (formal academic prose), Methodology (technical, architecture-focused), Progress Report (status against logged updates).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Strictly On-Demand: Documents are generated only when explicitly requested, never automatically - matching the brief's own wording.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Honesty Constraint: The Progress Report agent is instructed to say so explicitly if no progress has been logged, instead of fabricating completed work.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Persisted, Not Overwritten: Every generation is saved as a new row - the same audit-trail pattern as every other agent table in this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Engineering Highlight: Design Decisions &amp; Edge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Deliberate, Documented Deviation: The brief describes progress updates as triggering plan adjustments automatically - built as an explicit replan action instead, to keep API cost predictable.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Graceful Degradation Verified: Chat and document generation both correctly handle a not_feasible idea, falling back to empty scope/tech/timeline context instead of crashing.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Replan Correctly Refuses: Requesting a replan on an idea with no scope or timeline returns 409, not a broken agent call.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Native Chat Format: Switched from string-concatenated history to Gemini's typed Content/Part turns, for genuine multi-turn memory instead of one flattened prompt.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Full Lifecycle Walkthrough: One idea run through all 5 pipeline agents, a 2-turn chat, 2 progress logs, a replan, and all 3 document types - in one continuous session.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Grounding Confirmed: A chat reply about "the riskiest part of this project" directly referenced the Risk Agent's own earlier output, unprompted.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Replan Confirmed Working: After a progress log mentioned a stack mismatch, the Risk Agent surfaced that exact discrepancy as a new high-likelihood risk on its own.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Edge Case Verified: A deliberately vague, not_feasible idea correctly exercised every graceful-degradation path across chat, documents, and replan.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B4FE0"/>
                </a:solidFill>
                <a:latin typeface="Space Grotesk"/>
              </a:defRPr>
            </a:pPr>
            <a:r>
              <a:t>Verification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Live API Testing: 37 of 38 automated checks passed against the real Gemini API - the one failure was a wrong URL in the test script itself, not an app bug.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Zero-Cost Validation: gemini-3.5-flash remains on Gemini's free tier - the entire Milestone 2 and 3 build required no billing.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Fully in the Main Website: Blueprint generation, chat, replanning, and documentation are all live in the same site - closing the gap Milestone 2 left open with Swagger-only access.</a:t>
            </a:r>
          </a:p>
          <a:p>
            <a:pPr>
              <a:spcAft>
                <a:spcPts val="1000"/>
              </a:spcAft>
              <a:defRPr sz="1600">
                <a:solidFill>
                  <a:srgbClr val="F4F3F8"/>
                </a:solidFill>
                <a:latin typeface="Inter"/>
              </a:defRPr>
            </a:pPr>
            <a:r>
              <a:t>Milestone 4 Road Map: Ready to add the faculty monitoring dashboard and complete end-to-end testing and documentation for final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
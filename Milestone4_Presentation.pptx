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Space Grotesk"/>
              </a:defRPr>
            </a:pPr>
            <a:r>
              <a:t>AI Academic Project Mentor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Milestone 4: Faculty Dashboard, Testing &amp; Final Delivery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Presented by: Manisha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Stack: FastAPI + SQLAlchemy + Google Gemini (google-genai) + 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Milestone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Goal: Give faculty a health-at-a-glance view across every student's project, and prove the whole system's reliability with real, automated tests instead of ad-hoc manual checks.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Faculty Dashboard: A 9th agent synthesizes each project's full trajectory into a short summary plus a health tag, on demand - not another chatbot, a status report.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End-to-End Testing: A pytest suite formalizes what three milestones of manual live-API rehearsals had validated by hand.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Reliability Pass: A deliberate audit of every system prompt, token budget, and the SDK's actual retry behavior - not assumed, traced.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Milestone 4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1 (Faculty Monitoring Dashboard): Cross-student aggregation, computed health indicators, and an on-demand AI summary plus status tag per project.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2 (End-to-End Testing): 25 mocked tests plus 1 real Gemini API test, covering routing, persistence, gating, and health-indicator correctness.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3 (Prompt &amp; Pipeline Reliability): Fixed a real token-budget truncation bug, normalized agent naming, and traced the SDK's retry behavior directly.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4 (Final Documentation): This deck, a formal project report, and a fully rehearsed live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Faculty Dashboard - the 9th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Computed, Not Generated: Weeks completed, high-risk count, replan count, days since last update, and chat engagement all come straight from existing tables - zero LLM calls for the indicators themselves.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One New Agent: The Faculty Summary agent reads the full blueprint plus progress/chat/replan history and returns a short synthesis plus a health tag - generated only when a faculty member explicitly asks.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Access Without a New Account Type: is_faculty is a plain boolean on the existing Student model, gated by a get_current_faculty dependency that reuses the same JWT auth - not a second login system.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Real Synthesis, Not Restatement: The system prompt explicitly forbids restating the blueprint - it has to name the one thing a faculty member should actually know right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End-to-End Automated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26 Tests, Two Speeds: 25 mocked tests run in under 10 seconds by default; one @pytest.mark.live test proves the real Gemini wiring still works, run explicitly.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Patched at the Right Boundary: Each router imports its own agent functions directly - patching the underlying agent module instead of the router that actually calls it would silently test nothing.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Real Isolation: DATABASE_URL points at a throwaway file before any app module is imported, so the suite - including the background pipeline, which builds its own DB session directly - never touches the real database.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Coverage: Full pipeline plus not-feasible early stop, chat memory threading, replan's audit trail, all 3 document types, and the faculty dashboard's auth gating and health-indicator correctness.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Prompt &amp; Token-Budget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A Real Bug, Caught Live: gemini-3.5-flash spends part of its token budget on internal “thinking” tokens before any visible output - an under-sized budget silently truncated structured JSON mid-string.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Fixed on Two Agents: The Faculty Summary agent's budget (600 to 1500) and the Mentor's (1024 to 2048, the tightest in the app) were both increased with real headroom, based on measured token usage.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Consistency Check: Re-read all 9 system prompts back-to-back - found and fixed one naming inconsistency, confirmed the anti-generic-output instruction still holds across every agent.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Structured-Output Reliability: Zero malformed or truncated JSON observed across roughly 8 real structured-output calls this milestone, beyond the one bug already found and fixed.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The No-Retry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Question: Should failed Gemini calls retry automatically before giving up?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Traced, Not Assumed: google-genai's own _api_client.py shows genai.Client() with no explicit options retries nothing - a single attempt, stop_after_attempt(1).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Decided Against Adding It: 429 (quota exhaustion) is on the SDK's own retriable list, but retrying a quota-exhausted call can't succeed - it would just delay an identical failure.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Corrected an Earlier Assumption: A note from Milestone 3 had claimed retries already happened - traced and fixed before it could reach the README or project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Engineering Highlight: Verify, Don't Assume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Traceback Trap: tenacity's stack frames appear in an error trace even for a single, non-retried attempt - what looked like “retries happened, then it still failed” was actually one attempt, immediately failed.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Live Verification Over Structural Review: A missing status==“failed” guard in the faculty detail view was found only because a leftover failed idea happened to still be sitting in the dashboard during testing.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Same Discipline as Every Milestone: Every claim in this deck and the project report was checked against real, running behavior before being written down.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Two Real Bugs This Milestone Alone: The token-budget truncation and the frontend's missing failed-status guard - both found live, both fixed, both documented rather than smoothed over.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Full Faculty Flow, Live: Multi-student dashboard aggregation, summary generation plus persistence across repeated generations, and health-indicator correctness were all run against a real server with real Gemini calls.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26/26 Automated Tests Passing: 25 mocked (deterministic, under 10 seconds) plus the 1 live test, confirmed passing against the real API during this milestone's own development.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Free Tier the Whole Way: gemini-3.5-flash stayed on Gemini's free tier across all 4 milestones - no billing required to build or demo this project.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Quota-Aware Testing: This milestone's own heavy live testing hit the free tier's daily limit more than once - directly exercising the graceful-failure behavior it was built to have.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Verification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This Is the Final Milestone: The brief specifies no Milestone 5 - the system is feature-complete as scoped across all four milestones' tasks.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What's Documented, Not Hidden: Every design deviation from the brief's literal wording, every known limitation, and every bug found during development is recorded in the project report.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Ready for Demonstration: A full rehearsal run, walking every claim in this deck and the presentation script against real behavior, precedes the actual presentation.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Whole Arc: From a foundational student-onboarding app with no AI at all, to a 9-agent system covering planning, mentoring, tracking, documentation, and faculty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
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  <a:latin typeface="Space Grotesk"/>
              </a:defRPr>
            </a:pPr>
            <a:r>
              <a:t>AI Academic Project Mentor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9B99A0"/>
                </a:solidFill>
                <a:latin typeface="Inter"/>
              </a:defRPr>
            </a:pPr>
            <a:r>
              <a:t>Milestone 2: Multi-Agent Pipeline</a:t>
            </a:r>
          </a:p>
          <a:p>
            <a:pPr>
              <a:defRPr sz="1800">
                <a:solidFill>
                  <a:srgbClr val="9B99A0"/>
                </a:solidFill>
                <a:latin typeface="Inter"/>
              </a:defRPr>
            </a:pPr>
            <a:r>
              <a:t>Presented by: Manisha</a:t>
            </a:r>
          </a:p>
          <a:p>
            <a:pPr>
              <a:defRPr sz="1800">
                <a:solidFill>
                  <a:srgbClr val="9B99A0"/>
                </a:solidFill>
                <a:latin typeface="Inter"/>
              </a:defRPr>
            </a:pPr>
            <a:r>
              <a:t>Stack: FastAPI + SQLAlchemy + Google Gemini (google-genai)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Milestone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The Goal: Build the multi-agent pipeline that automatically converts a submitted project idea into a complete project blueprint.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The Approach: Chain four specialized agents sequentially, each agent's output feeding as context into the next.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Provider Decision: Implemented on Google's Gemini API (free tier) instead of the originally planned Anthropic API, so validation testing requires no billing.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Milestone 2 Goal: Wire the Milestone 1 trigger hook to real agent logic and validate the pipeline end-to-end on real sample ideas.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Milestone 2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1 (Feasibility Analysis Agent): Assesses whether a submitted idea is feasible, risky, or not feasible for an academic term.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2 (Scope Definition Agent): Converts a feasible or risky idea into concrete objectives, deliverables, and explicit out-of-scope items.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3 (Technology Recommendation Agent): Recommends a tech stack, weighted toward the student's own skill assessments from Milestone 1.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4 &amp; 5 (Timeline Planning + Validation): Generates a week-by-week execution plan; validated end-to-end against 4 varied sample ideas on the real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Agent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Sequential Chain: Feasibility, then Scope, then Tech, then Timeline - each stage persists its output before the next stage runs.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Status Tracking: idea.status advances through analyzing_feasibility, analyzing_scope, analyzing_tech, analyzing_timeline, to analyzed, so the frontend can show live progress.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Early Exit Gate: A 'not_feasible' verdict stops the pipeline right after the Feasibility stage, instead of forcing later agents to invent a scope for a project never actually proposed.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Failure Handling: Any error at any stage rolls back and sets status='failed' cleanly - the background task never leaves an idea stuck mid-analysis.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Feasibility &amp; Scope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Feasibility Verdicts: Classifies each idea as feasible, risky, or not_feasible with 2-4 sentences of actionable reasoning - not a rubber stamp.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Scope Output: Produces 2-5 measurable objectives, concrete deliverables, and an explicit out-of-scope list.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Risk-Aware Scoping: When the feasibility verdict is 'risky,' the Scope Agent is instructed to trim scope more aggressively.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Context Chaining: The Scope Agent receives the Feasibility Agent's actual verdict and reasoning as input, not just the raw idea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Tech Recommendation &amp; Timeline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Skill-Weighted Recommendations: The Tech Agent reads the student's Milestone 1 skill assessments and weights stack choices toward technologies they already know.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Verified Behavior: In testing, a student with React/Node.js skills and no Django experience was recommended Node.js/Express over Django, citing the skill match explicitly.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Week-by-Week Planning: The Timeline Agent produces a 6-8 week execution plan sequenced so dependent tasks (e.g. frontend after backend) are ordered correctly.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Final Week Reserved: Every generated timeline reserves its last week for testing, polish, and documentation rather than new feature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Structured Output &amp;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Guaranteed Valid JSON: Every agent call constrains output via response_json_schema, validated against a Pydantic schema before it ever reaches the database.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Four New Tables: feasibility_reports, scope_definitions, tech_recommendations, and timeline_plans, each foreign-keyed to the originating project idea as an audit trail.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Aggregated Retrieval: A new GET /api/ideas/{id}/blueprint endpoint joins all four tables and returns the latest result of each stage in one call.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Schema Reuse: The same Pydantic schema constrains the LLM's output and validates the API response - one definition doing two jobs.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Engineering Highlight: Bugs Found &amp; Fixed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Lazy Client Init: genai.Client() fails immediately if no API key is set at import time - deferred construction so the app doesn't crash just because a key isn't configured yet.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Broad Failure Handling: Widened the pipeline's exception handling after a missing-key error turned out not to be a typed API error - a background task has no caller to catch what it misses.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Token Budget Fix: Found that Gemini's internal 'thinking' tokens share the same budget as visible output, silently truncating one agent's JSON mid-response - fixed by raising max_output_tokens.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Hallucination Fix: Found the Scope Agent inventing an entirely different project when given a vague, not-feasible idea - fixed by gating the pipeline to stop right after a not_feasible verdict.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Solid Idea: Correctly verdicted feasible, with a coherent scope, skill-matched tech stack, and a 6-week timeline.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Vague Idea ('AI App'): Correctly verdicted not_feasible with constructive reasoning - pipeline stopped cleanly with no invented downstream content.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Overambitious Idea (self-driving perception stack): Correctly verdicted not_feasible, suggesting a realistic scaled-down alternative using public datasets.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Skill-Weighting Check: Confirmed the Tech Agent genuinely reads and applies Milestone 1 skill data, not just generic best-practice defaults.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Verification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Live API Testing: All four sample ideas were run end-to-end against the real Gemini API, not mocked - including two runs that surfaced and fixed real bugs.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Test Outcome: All four scenarios now produce correct verdicts, coherent chained agent output, and correct idea.status transitions.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Zero-Cost Validation: gemini-3.5-flash is on Gemini's free tier, so this entire validation pass required no billing.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Milestone 3 Road Map: Ready to add the Risk Assessment Agent, conversational mentor interaction, and progress-tracking check-ins.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